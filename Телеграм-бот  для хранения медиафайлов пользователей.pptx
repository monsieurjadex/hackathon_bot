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0B427A-6210-F292-22A3-825D908DA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7E6BD7-2CFF-D314-43A8-92A509BC2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C6D8E0-B493-839B-2451-00F293DA6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70D5-E892-4286-99DB-C8722ED36BE9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216B4D-ECAC-B5DC-6A45-DEE87B77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F3A103-B401-3297-A871-15CF7F160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7398-5FB4-494F-A66F-830BCF02E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070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D1D53-8BBB-D576-57EA-CDE011DE3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2D9C8E-0A8F-2FF8-0A76-609087DBB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A70162-DFC3-1C61-F79E-E044FBB8A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70D5-E892-4286-99DB-C8722ED36BE9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D6B238-AE5F-54F4-DAF6-D3D998CD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8DEB9A-3F9C-6347-75A4-ACBA229A8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7398-5FB4-494F-A66F-830BCF02E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12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2E6EA7-F292-A07B-9F57-11467E9E6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4F16B1-0DFA-36E1-7328-D0F70A7C0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C54718-ACA6-3B5B-6592-3A2A396C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70D5-E892-4286-99DB-C8722ED36BE9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337016-E161-5493-0442-CA98B67BA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D1D1DA-FF31-E05D-CB67-C36CE564A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7398-5FB4-494F-A66F-830BCF02E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344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2A4415-F356-F309-D65F-0F8751BF9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03A7E4-8127-E1EA-0AB6-0123A8A1AD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0EEBA6-26D6-9D54-6985-96C96CC1B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4044FE-7F7A-E387-2064-E7B92786A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70D5-E892-4286-99DB-C8722ED36BE9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935CF1-3734-E542-443A-AD7AA4AC6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102B89-6078-9F8D-FA29-728C9304F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7398-5FB4-494F-A66F-830BCF02E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779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6FB4E-6AD8-2F6A-1FF6-587541DA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1B065D-19D3-1E51-27FF-214AF059B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093117-192E-A4CA-BC0E-214C2C4A9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EEBB729-F6DE-E6FE-BC31-A5CEFB3198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371EA7-9A13-48A6-FD40-34BB0974C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75E396D-6C98-1007-4AFF-FDBE4515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70D5-E892-4286-99DB-C8722ED36BE9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13715D7-4258-ACC6-ADA6-BF5AE0B0F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4179875-28B2-8D70-1495-7424F9A1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7398-5FB4-494F-A66F-830BCF02E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204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9B0DDD-BD55-A352-9314-029BB56F9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53CDEF9-968C-64E4-63FE-698C611D6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70D5-E892-4286-99DB-C8722ED36BE9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257EA80-B4A9-D3DD-F1CD-5CE1037CF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A08F593-D54E-FAEA-4C17-58A6E0A9E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7398-5FB4-494F-A66F-830BCF02E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38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99B3EC2-1346-FA16-D2FC-E8D5CD2BD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70D5-E892-4286-99DB-C8722ED36BE9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4C91528-05BF-723A-B0A5-618A15A36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CA4FAC-AD69-75D7-4814-7B6C44DDF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7398-5FB4-494F-A66F-830BCF02E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339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09B9E5-FDD0-637E-881A-C9802ED7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8407CF-987E-0257-F52F-6E3FDB6E5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D3AE2-7DE1-640E-6DBF-39A13CD6D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A20B7C-AD9F-AAEE-B039-CB3A30E2C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70D5-E892-4286-99DB-C8722ED36BE9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7442A6-0764-1632-9E7E-A042B20A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A4631A2-737B-C86F-1166-FBB953014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7398-5FB4-494F-A66F-830BCF02E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3041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8A6B10-A4F2-B8A3-03FA-C35FFC8BD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B688E0D-C18A-6F88-835E-8FC5B8E2CA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8BD05F-CBBD-90BA-BA7F-26D5683D0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28AE07-5F89-FA22-83F9-E7CC00661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70D5-E892-4286-99DB-C8722ED36BE9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929806-2B4A-9936-516B-5477F5B63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5E334D-182A-4320-3846-64D404665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7398-5FB4-494F-A66F-830BCF02E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3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EDA51F-B8AE-3D9F-DD07-5FAF72F35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B7B290C-C6F6-ACE4-F4E7-D4FEB407F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7BDA87-1697-8AB9-3FC8-DFEA339D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70D5-E892-4286-99DB-C8722ED36BE9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D6EA41-8B2D-2818-9913-1928E5237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0E5AA3-7CAF-A08C-B8B5-CE9F39ACA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7398-5FB4-494F-A66F-830BCF02E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661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ECB360A-714A-E298-E419-931EE239A5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C74447-162D-6913-6BD3-FCD9C7A1B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D8980A-A6EE-AB43-6634-7545C435F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70D5-E892-4286-99DB-C8722ED36BE9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9844C2-61E8-F60B-4976-5612DAFE4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9BA721-6AD6-0735-AC86-604425769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7398-5FB4-494F-A66F-830BCF02E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106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1F283-5B66-5F8F-82CE-0BADE0EBB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AA3DCB-66C6-A428-0C85-10D4C771D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2996C9-ED16-C32D-DED5-B5188C421C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270D5-E892-4286-99DB-C8722ED36BE9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F31E4C-4A7A-5D5E-64AA-2D94358AB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71118B-0FBE-AC69-1896-1564ABB72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EB7398-5FB4-494F-A66F-830BCF02E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39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6C96E8-4D84-D7F3-4A5F-A144D5E4B3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Телеграм-бот  для хранения медиафайлов пользователей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144AC6-016E-1F36-2DE4-2249101F27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Кейс по </a:t>
            </a:r>
            <a:r>
              <a:rPr lang="en-US" dirty="0"/>
              <a:t>Web-</a:t>
            </a:r>
            <a:r>
              <a:rPr lang="ru-RU" dirty="0"/>
              <a:t>технологиям СВК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F3F0D-308F-33CD-E25F-6DECAC15F91A}"/>
              </a:ext>
            </a:extLst>
          </p:cNvPr>
          <p:cNvSpPr txBox="1"/>
          <p:nvPr/>
        </p:nvSpPr>
        <p:spPr>
          <a:xfrm>
            <a:off x="9563524" y="6488668"/>
            <a:ext cx="2628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Команда </a:t>
            </a:r>
            <a:r>
              <a:rPr lang="en-US" dirty="0"/>
              <a:t>“</a:t>
            </a:r>
            <a:r>
              <a:rPr lang="ru-RU" dirty="0" err="1"/>
              <a:t>ИИнженеры</a:t>
            </a:r>
            <a:r>
              <a:rPr lang="en-US" dirty="0"/>
              <a:t>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646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05D2ED-24AA-E76B-572F-87114F6614D5}"/>
              </a:ext>
            </a:extLst>
          </p:cNvPr>
          <p:cNvSpPr txBox="1"/>
          <p:nvPr/>
        </p:nvSpPr>
        <p:spPr>
          <a:xfrm>
            <a:off x="526211" y="197346"/>
            <a:ext cx="1166578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Наш бот представляет из себя удобного помощника по хранению и работе с фото и видео материалами в</a:t>
            </a:r>
          </a:p>
          <a:p>
            <a:r>
              <a:rPr lang="ru-RU" dirty="0"/>
              <a:t>рамках платформы </a:t>
            </a:r>
            <a:r>
              <a:rPr lang="en-US" dirty="0"/>
              <a:t>“Telegram”. </a:t>
            </a:r>
            <a:r>
              <a:rPr lang="ru-RU" dirty="0"/>
              <a:t>Функционал предоставляет возможности к добавлению, получению, поиску</a:t>
            </a:r>
          </a:p>
          <a:p>
            <a:r>
              <a:rPr lang="ru-RU" dirty="0"/>
              <a:t>медиа материалов с удобной и понятной машиной состояний.</a:t>
            </a:r>
          </a:p>
          <a:p>
            <a:endParaRPr lang="ru-RU" dirty="0"/>
          </a:p>
          <a:p>
            <a:r>
              <a:rPr lang="ru-RU" dirty="0"/>
              <a:t>Самой главной частью нашего проекта мы считаем непосредственно сам код. Мы выстраивали четкую и</a:t>
            </a:r>
          </a:p>
          <a:p>
            <a:r>
              <a:rPr lang="ru-RU" dirty="0"/>
              <a:t>логически понятную архитектуру с большими возможностями к расширению и усложнению. Архитектура</a:t>
            </a:r>
          </a:p>
          <a:p>
            <a:r>
              <a:rPr lang="ru-RU" dirty="0"/>
              <a:t>выстроена таким образом, чтобы не ограничивать разработчиков в их идеях по улучшению уже</a:t>
            </a:r>
          </a:p>
          <a:p>
            <a:r>
              <a:rPr lang="ru-RU" dirty="0"/>
              <a:t>существующего решения. Этого нам помогает достичь четкое разделение кода на обрабатываемые задачи и логические слои.</a:t>
            </a:r>
          </a:p>
          <a:p>
            <a:endParaRPr lang="ru-RU" dirty="0"/>
          </a:p>
          <a:p>
            <a:r>
              <a:rPr lang="ru-RU" dirty="0"/>
              <a:t>Также мы использовали следующие приёмы для повышения читабельности кода и стабильности работы</a:t>
            </a:r>
            <a:r>
              <a:rPr lang="en-US" dirty="0"/>
              <a:t>:</a:t>
            </a:r>
            <a:endParaRPr lang="ru-RU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Вспомогательные </a:t>
            </a:r>
            <a:r>
              <a:rPr lang="en-US" dirty="0" err="1"/>
              <a:t>enum</a:t>
            </a:r>
            <a:r>
              <a:rPr lang="ru-RU" dirty="0"/>
              <a:t> объекты как альтернатива ручному наименованию. </a:t>
            </a:r>
            <a:r>
              <a:rPr lang="en-US" dirty="0"/>
              <a:t>Enum’</a:t>
            </a:r>
            <a:r>
              <a:rPr lang="ru-RU" dirty="0"/>
              <a:t>ы можно удобно группировать с точки зрения структуры, при этом удобно получать и использовать значения их полей, например, в </a:t>
            </a:r>
            <a:r>
              <a:rPr lang="en-US" dirty="0"/>
              <a:t>callback’</a:t>
            </a:r>
            <a:r>
              <a:rPr lang="ru-RU" dirty="0"/>
              <a:t>ах, позволяя уменьшить риски человеческих опечаток при наименовании в виде строк.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Использовали встроенный модуль </a:t>
            </a:r>
            <a:r>
              <a:rPr lang="en-US" dirty="0"/>
              <a:t>logging, </a:t>
            </a:r>
            <a:r>
              <a:rPr lang="ru-RU" dirty="0"/>
              <a:t>полностью отказавшись от классического </a:t>
            </a:r>
            <a:r>
              <a:rPr lang="en-US" dirty="0"/>
              <a:t>print. </a:t>
            </a:r>
            <a:r>
              <a:rPr lang="ru-RU" dirty="0"/>
              <a:t>Распространенное решение, которое использует огромная масса библиотек, поэтому при необходимости можно настроить логирование для каждого модуля и изобретать меньше велосипедов при работе с выводом.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Применяли наиболее удобные методы выполнения рутинных задач, как например подгрузка переменных окружения через </a:t>
            </a:r>
            <a:r>
              <a:rPr lang="en-US" dirty="0" err="1"/>
              <a:t>pydantic</a:t>
            </a:r>
            <a:r>
              <a:rPr lang="en-US" dirty="0"/>
              <a:t>-settings</a:t>
            </a:r>
            <a:r>
              <a:rPr lang="ru-RU" dirty="0"/>
              <a:t>, экономя драгоценное время и раскрывая всю мощь языка </a:t>
            </a:r>
            <a:r>
              <a:rPr lang="en-US" dirty="0"/>
              <a:t>Python </a:t>
            </a:r>
            <a:r>
              <a:rPr lang="ru-RU" dirty="0"/>
              <a:t>и его возможностей в рамках ООП-программирования.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226856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C1F426-F9D6-1BEA-5B01-2DD96CD6A9C4}"/>
              </a:ext>
            </a:extLst>
          </p:cNvPr>
          <p:cNvSpPr txBox="1"/>
          <p:nvPr/>
        </p:nvSpPr>
        <p:spPr>
          <a:xfrm>
            <a:off x="526211" y="197346"/>
            <a:ext cx="116657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Использовали инструменты для форматирования и анализа кода. Мы стараемся писать чистый и понятный код, а вспомогательные инструменты, как например статические анализаторы </a:t>
            </a:r>
            <a:r>
              <a:rPr lang="en-US" dirty="0"/>
              <a:t>PyCharm </a:t>
            </a:r>
            <a:r>
              <a:rPr lang="ru-RU" dirty="0"/>
              <a:t>или </a:t>
            </a:r>
            <a:r>
              <a:rPr lang="en-US" dirty="0" err="1"/>
              <a:t>Pylance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Visual Studio Code, </a:t>
            </a:r>
            <a:r>
              <a:rPr lang="ru-RU" dirty="0"/>
              <a:t>либо удобный для форматирования </a:t>
            </a:r>
            <a:r>
              <a:rPr lang="en-US" dirty="0"/>
              <a:t>black, </a:t>
            </a:r>
            <a:r>
              <a:rPr lang="ru-RU" dirty="0"/>
              <a:t>успешно помогают нам с этим.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 протяжении всего процесса выполнения задания была использована система контроля версий </a:t>
            </a:r>
            <a:r>
              <a:rPr lang="en-US" dirty="0"/>
              <a:t>Git, </a:t>
            </a:r>
            <a:r>
              <a:rPr lang="ru-RU" dirty="0"/>
              <a:t>что добавляло нам уверенности в том, что случайная ошибка не будет стоить нам долгих часов редактирования кода для возвращения в рабочее состояние. </a:t>
            </a:r>
            <a:r>
              <a:rPr lang="en-US" dirty="0"/>
              <a:t>Git </a:t>
            </a:r>
            <a:r>
              <a:rPr lang="ru-RU" dirty="0"/>
              <a:t>репозиторий был доступен для нас </a:t>
            </a:r>
            <a:r>
              <a:rPr lang="en-US" dirty="0"/>
              <a:t>24/7, </a:t>
            </a:r>
            <a:r>
              <a:rPr lang="ru-RU" dirty="0"/>
              <a:t>так как располагался на сервисе </a:t>
            </a:r>
            <a:r>
              <a:rPr lang="en-US" dirty="0"/>
              <a:t>GitHub, </a:t>
            </a:r>
            <a:r>
              <a:rPr lang="ru-RU" dirty="0"/>
              <a:t>поэтому участники могли мониторить и принимать участие в разработке в удобное для себя время.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Использовали платформу контейнеризации </a:t>
            </a:r>
            <a:r>
              <a:rPr lang="en-US" dirty="0"/>
              <a:t>Docker </a:t>
            </a:r>
            <a:r>
              <a:rPr lang="ru-RU" dirty="0"/>
              <a:t>для быстрой настройки и развертывания СУБД.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Старались максимально следовать принципу </a:t>
            </a:r>
            <a:r>
              <a:rPr lang="en-US" dirty="0"/>
              <a:t>“</a:t>
            </a:r>
            <a:r>
              <a:rPr lang="ru-RU" dirty="0"/>
              <a:t>явное лучше неявного</a:t>
            </a:r>
            <a:r>
              <a:rPr lang="en-US" dirty="0"/>
              <a:t>”. </a:t>
            </a:r>
            <a:r>
              <a:rPr lang="ru-RU" dirty="0"/>
              <a:t>Особенно хорошо этот принцип следует использовать в динамически типизируемых языках, как </a:t>
            </a:r>
            <a:r>
              <a:rPr lang="en-US" dirty="0"/>
              <a:t>Python.</a:t>
            </a:r>
            <a:r>
              <a:rPr lang="ru-RU" dirty="0"/>
              <a:t> Используя возможности последних версий языка, мы делали аннотации типов для наших переменных, тем самым позволяя понимать значение функций и методов по их сигнатурам, а также упрощая задачу анализаторам редакторов кода.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Использовали популярные паттерны проектирования для повышения качества кода. Из таковых можно увидеть </a:t>
            </a:r>
            <a:r>
              <a:rPr lang="en-US" dirty="0"/>
              <a:t>Singleton </a:t>
            </a:r>
            <a:r>
              <a:rPr lang="ru-RU" dirty="0"/>
              <a:t>и </a:t>
            </a:r>
            <a:r>
              <a:rPr lang="en-US" dirty="0"/>
              <a:t>Factory (</a:t>
            </a:r>
            <a:r>
              <a:rPr lang="ru-RU" dirty="0"/>
              <a:t>фабрику). Благодаря ним мы ожидаем более ясного поведения в критически важных местах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2844025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ED2DCA-86B2-70E0-3839-99ED9CC55CA4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Как </a:t>
            </a:r>
            <a:r>
              <a:rPr lang="en-US" sz="2200" dirty="0" err="1"/>
              <a:t>можно</a:t>
            </a:r>
            <a:r>
              <a:rPr lang="en-US" sz="2200" dirty="0"/>
              <a:t> </a:t>
            </a:r>
            <a:r>
              <a:rPr lang="en-US" sz="2200" dirty="0" err="1"/>
              <a:t>заметить</a:t>
            </a:r>
            <a:r>
              <a:rPr lang="en-US" sz="2200" dirty="0"/>
              <a:t>, </a:t>
            </a:r>
            <a:r>
              <a:rPr lang="en-US" sz="2200" dirty="0" err="1"/>
              <a:t>архитектура</a:t>
            </a:r>
            <a:r>
              <a:rPr lang="en-US" sz="2200" dirty="0"/>
              <a:t> </a:t>
            </a:r>
            <a:r>
              <a:rPr lang="en-US" sz="2200" dirty="0" err="1"/>
              <a:t>принимает</a:t>
            </a:r>
            <a:r>
              <a:rPr lang="en-US" sz="2200" dirty="0"/>
              <a:t> </a:t>
            </a:r>
            <a:r>
              <a:rPr lang="en-US" sz="2200" dirty="0" err="1"/>
              <a:t>вид</a:t>
            </a:r>
            <a:r>
              <a:rPr lang="en-US" sz="2200" dirty="0"/>
              <a:t> дерева. Таким </a:t>
            </a:r>
            <a:r>
              <a:rPr lang="en-US" sz="2200" dirty="0" err="1"/>
              <a:t>образом</a:t>
            </a:r>
            <a:r>
              <a:rPr lang="en-US" sz="2200" dirty="0"/>
              <a:t> </a:t>
            </a:r>
            <a:r>
              <a:rPr lang="en-US" sz="2200" dirty="0" err="1"/>
              <a:t>прописывание</a:t>
            </a:r>
            <a:r>
              <a:rPr lang="en-US" sz="2200" dirty="0"/>
              <a:t> </a:t>
            </a:r>
            <a:r>
              <a:rPr lang="en-US" sz="2200" dirty="0" err="1"/>
              <a:t>импортов</a:t>
            </a:r>
            <a:endParaRPr lang="en-US" sz="2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с </a:t>
            </a:r>
            <a:r>
              <a:rPr lang="en-US" sz="2200" dirty="0" err="1"/>
              <a:t>точки</a:t>
            </a:r>
            <a:r>
              <a:rPr lang="en-US" sz="2200" dirty="0"/>
              <a:t> </a:t>
            </a:r>
            <a:r>
              <a:rPr lang="en-US" sz="2200" dirty="0" err="1"/>
              <a:t>зрения</a:t>
            </a:r>
            <a:r>
              <a:rPr lang="en-US" sz="2200" dirty="0"/>
              <a:t> </a:t>
            </a:r>
            <a:r>
              <a:rPr lang="en-US" sz="2200" dirty="0" err="1"/>
              <a:t>абсолютных</a:t>
            </a:r>
            <a:r>
              <a:rPr lang="en-US" sz="2200" dirty="0"/>
              <a:t> </a:t>
            </a:r>
            <a:r>
              <a:rPr lang="en-US" sz="2200" dirty="0" err="1"/>
              <a:t>путей</a:t>
            </a:r>
            <a:r>
              <a:rPr lang="en-US" sz="2200" dirty="0"/>
              <a:t> </a:t>
            </a:r>
            <a:r>
              <a:rPr lang="en-US" sz="2200" dirty="0" err="1"/>
              <a:t>будет</a:t>
            </a:r>
            <a:r>
              <a:rPr lang="en-US" sz="2200" dirty="0"/>
              <a:t> </a:t>
            </a:r>
            <a:r>
              <a:rPr lang="en-US" sz="2200" dirty="0" err="1"/>
              <a:t>выглядеть</a:t>
            </a:r>
            <a:r>
              <a:rPr lang="en-US" sz="2200" dirty="0"/>
              <a:t> </a:t>
            </a:r>
            <a:r>
              <a:rPr lang="en-US" sz="2200" dirty="0" err="1"/>
              <a:t>логично</a:t>
            </a:r>
            <a:r>
              <a:rPr lang="en-US" sz="2200" dirty="0"/>
              <a:t> и </a:t>
            </a:r>
            <a:r>
              <a:rPr lang="en-US" sz="2200" dirty="0" err="1"/>
              <a:t>аккуратно</a:t>
            </a:r>
            <a:r>
              <a:rPr lang="en-US" sz="2200" dirty="0"/>
              <a:t>. </a:t>
            </a:r>
            <a:r>
              <a:rPr lang="en-US" sz="2200" dirty="0" err="1"/>
              <a:t>Такой</a:t>
            </a:r>
            <a:r>
              <a:rPr lang="en-US" sz="2200" dirty="0"/>
              <a:t> </a:t>
            </a:r>
            <a:r>
              <a:rPr lang="en-US" sz="2200" dirty="0" err="1"/>
              <a:t>подход</a:t>
            </a:r>
            <a:r>
              <a:rPr lang="en-US" sz="2200" dirty="0"/>
              <a:t> </a:t>
            </a:r>
            <a:r>
              <a:rPr lang="en-US" sz="2200" dirty="0" err="1"/>
              <a:t>позволил</a:t>
            </a:r>
            <a:r>
              <a:rPr lang="en-US" sz="2200" dirty="0"/>
              <a:t> </a:t>
            </a:r>
            <a:r>
              <a:rPr lang="en-US" sz="2200" dirty="0" err="1"/>
              <a:t>нам</a:t>
            </a:r>
            <a:r>
              <a:rPr lang="en-US" sz="2200" dirty="0"/>
              <a:t> </a:t>
            </a:r>
            <a:r>
              <a:rPr lang="en-US" sz="2200" dirty="0" err="1"/>
              <a:t>избежать</a:t>
            </a:r>
            <a:r>
              <a:rPr lang="en-US" sz="2200" dirty="0"/>
              <a:t> </a:t>
            </a:r>
            <a:r>
              <a:rPr lang="en-US" sz="2200" dirty="0" err="1"/>
              <a:t>трудностей</a:t>
            </a:r>
            <a:r>
              <a:rPr lang="en-US" sz="2200" dirty="0"/>
              <a:t> в </a:t>
            </a:r>
            <a:r>
              <a:rPr lang="en-US" sz="2200" dirty="0" err="1"/>
              <a:t>поиске</a:t>
            </a:r>
            <a:r>
              <a:rPr lang="en-US" sz="2200" dirty="0"/>
              <a:t> </a:t>
            </a:r>
            <a:r>
              <a:rPr lang="en-US" sz="2200" dirty="0" err="1"/>
              <a:t>модулей</a:t>
            </a:r>
            <a:r>
              <a:rPr lang="en-US" sz="2200" dirty="0"/>
              <a:t>, </a:t>
            </a:r>
            <a:r>
              <a:rPr lang="en-US" sz="2200" dirty="0" err="1"/>
              <a:t>откуда</a:t>
            </a:r>
            <a:r>
              <a:rPr lang="en-US" sz="2200" dirty="0"/>
              <a:t> </a:t>
            </a:r>
            <a:r>
              <a:rPr lang="en-US" sz="2200" dirty="0" err="1"/>
              <a:t>идут</a:t>
            </a:r>
            <a:r>
              <a:rPr lang="en-US" sz="2200" dirty="0"/>
              <a:t> </a:t>
            </a:r>
            <a:r>
              <a:rPr lang="en-US" sz="2200" dirty="0" err="1"/>
              <a:t>импорты</a:t>
            </a:r>
            <a:r>
              <a:rPr lang="en-US" sz="2200" dirty="0"/>
              <a:t>, </a:t>
            </a:r>
            <a:r>
              <a:rPr lang="en-US" sz="2200" dirty="0" err="1"/>
              <a:t>как</a:t>
            </a:r>
            <a:r>
              <a:rPr lang="en-US" sz="2200" dirty="0"/>
              <a:t> </a:t>
            </a:r>
            <a:r>
              <a:rPr lang="en-US" sz="2200" dirty="0" err="1"/>
              <a:t>они</a:t>
            </a:r>
            <a:r>
              <a:rPr lang="en-US" sz="2200" dirty="0"/>
              <a:t> </a:t>
            </a:r>
            <a:r>
              <a:rPr lang="en-US" sz="2200" dirty="0" err="1"/>
              <a:t>организованы</a:t>
            </a:r>
            <a:r>
              <a:rPr lang="en-US" sz="2200" dirty="0"/>
              <a:t>, а </a:t>
            </a:r>
            <a:r>
              <a:rPr lang="en-US" sz="2200" dirty="0" err="1"/>
              <a:t>также</a:t>
            </a:r>
            <a:r>
              <a:rPr lang="en-US" sz="2200" dirty="0"/>
              <a:t> </a:t>
            </a:r>
            <a:r>
              <a:rPr lang="en-US" sz="2200" dirty="0" err="1"/>
              <a:t>мы</a:t>
            </a:r>
            <a:r>
              <a:rPr lang="en-US" sz="2200" dirty="0"/>
              <a:t> </a:t>
            </a:r>
            <a:r>
              <a:rPr lang="en-US" sz="2200" dirty="0" err="1"/>
              <a:t>избежали</a:t>
            </a:r>
            <a:r>
              <a:rPr lang="en-US" sz="2200" dirty="0"/>
              <a:t> </a:t>
            </a:r>
            <a:r>
              <a:rPr lang="en-US" sz="2200" dirty="0" err="1"/>
              <a:t>ошибок</a:t>
            </a:r>
            <a:r>
              <a:rPr lang="en-US" sz="2200" dirty="0"/>
              <a:t>, </a:t>
            </a:r>
            <a:r>
              <a:rPr lang="en-US" sz="2200" dirty="0" err="1"/>
              <a:t>связанных</a:t>
            </a:r>
            <a:r>
              <a:rPr lang="en-US" sz="2200" dirty="0"/>
              <a:t> с </a:t>
            </a:r>
            <a:r>
              <a:rPr lang="en-US" sz="2200" dirty="0" err="1"/>
              <a:t>циклическими</a:t>
            </a:r>
            <a:r>
              <a:rPr lang="en-US" sz="2200" dirty="0"/>
              <a:t> </a:t>
            </a:r>
            <a:r>
              <a:rPr lang="en-US" sz="2200" dirty="0" err="1"/>
              <a:t>импортами</a:t>
            </a:r>
            <a:r>
              <a:rPr lang="en-US" sz="2200" dirty="0"/>
              <a:t>.</a:t>
            </a:r>
          </a:p>
        </p:txBody>
      </p:sp>
      <p:pic>
        <p:nvPicPr>
          <p:cNvPr id="5" name="Рисунок 4" descr="Изображение выглядит как снимок экрана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1D1E33-D05B-C72D-356F-8CBCE3923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410" y="329183"/>
            <a:ext cx="3811076" cy="3429969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B8805FB-C600-1E58-C3AD-FA13AFADE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840" y="4263250"/>
            <a:ext cx="3995928" cy="180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0016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504</Words>
  <Application>Microsoft Office PowerPoint</Application>
  <PresentationFormat>Широкоэкранный</PresentationFormat>
  <Paragraphs>24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Тема Office</vt:lpstr>
      <vt:lpstr>Телеграм-бот  для хранения медиафайлов пользователей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Денис Медведев</dc:creator>
  <cp:lastModifiedBy>Денис Медведев</cp:lastModifiedBy>
  <cp:revision>11</cp:revision>
  <dcterms:created xsi:type="dcterms:W3CDTF">2026-01-21T01:48:21Z</dcterms:created>
  <dcterms:modified xsi:type="dcterms:W3CDTF">2026-01-21T03:00:15Z</dcterms:modified>
</cp:coreProperties>
</file>